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國小升私中 數學考前攻略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C832"/>
                </a:solidFill>
              </a:defRPr>
            </a:pPr>
            <a:r>
              <a:t>七大必考題型 + 分級範例練習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私中考試趨勢分析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三大命題趨勢：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1. 素養題組增加：生活情境應用題比例上升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2. 圖表判讀能力：統計圖表資訊擷取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3. 解題過程要求：列式與說明解題思路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七大必考題型命中率100%！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1 數與運算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【簡易】3/5 + 0.25 = ?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解：0.6 + 0.25 = 0.85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【中等】(2/3 + 0.75) x 1.2 / 0.5 = ?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解：17/12 x 1.2 / 0.5 = 3.4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【難】1+2+3+...+100 = ?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解：101 x 100 / 2 = 5050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2 因數與倍數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【簡易】寫出24的所有因數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解：1,2,3,4,6,8,12,24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【中等】求36和48的GCD與LCM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解：GCD=12, LCM=144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【難】30x31x...x40所有質因數和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解：2+3+5+7+11+13+17+19+31+37=145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3 比率與百分率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【簡易】50的20%是多少？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解：50 x 0.2 = 10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【中等】原價500元，打75折再打8折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解：500 x 0.75 x 0.8 = 300元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【難】200g糖水含糖15%，加多少水變10%？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解：30/10% = 300, 300-200 = 100g水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4 代數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【簡易】x + 15 = 37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解：x = 22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【中等】3x - 7 = 2x + 5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解：x = 12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【難】兄妹年齡和31，哥比妹大5歲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解：妹13歲，哥18歲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5 幾何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【簡易】正方形邊長6cm，面積？周長？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解：面積36cm2, 周長24cm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【中等】長15cm寬8cm長方形，對角線？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解：對角線 = 17cm (8-15-17)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【難】長方體長減3cm變正方體，體積減192cm3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解：a=8, 原體積=11x8x8=704cm3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6 速率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【簡易】100m跑20秒，速率？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解：5 m/s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【中等】兩車相向280km，時速60和80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解：280 / (60+80) = 2小時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【難】兩火車過橋(150m/42.5s, 300m/45s)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解：橋長2400m, 車速60m/s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7 機統與規律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【簡易】擲硬幣，正面機率？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解：1/2 = 50%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【中等】數列3,7,11,15,...第10項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解：a10 = 3 + 9x4 = 39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【難】兩骰子點數和≤5的機率</a:t>
            </a:r>
          </a:p>
          <a:p>
            <a:pPr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  解：10/36 = 5/18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答題策略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先易後難：不會的先跳過，最後再回來思考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刪去法：排除明顯錯誤的選項，提高答對率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驗算習慣：反向運算檢查計算題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單位注意：答案寫上單位，確認一致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圈關鍵字：「不正確」「最少」等重點標記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畫圖輔助：應用題用圖形幫助理解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建議時間分配 (60分鐘/40題)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第1-10題(基礎題) → 10分鐘：快速作答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第11-25題(中等題) → 20分鐘：仔細計算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第26-35題(進階題) → 15分鐘：耐心分析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第36-40題(素養題) → 10分鐘：留時間給長題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檢查時間 → 5分鐘：檢查計算題與答案卡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232"/>
                </a:solidFill>
              </a:defRPr>
            </a:pPr>
            <a:r>
              <a:t>考前衝刺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熟記九九乘法表與質數(2,3,5,7,11,13,17,19)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掌握面積、體積、周長公式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練習分數與小數互換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熟練簡易方程式的解法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複習百分率與折扣應用題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練習速率單位換算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看懂圓形圖、長條圖、折線圖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做2-3回模擬試題，充足睡眠！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C832"/>
                </a:solidFill>
              </a:defRPr>
            </a:pPr>
            <a:r>
              <a:t>加油！祝你金榜題名！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努力不會白費，信心面對挑戰！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